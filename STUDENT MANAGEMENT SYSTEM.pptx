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E1AE-2054-C6C8-3E5D-FA9EAE3B9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MANAGEMENT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E9B7B-45B7-2283-D5B7-DAD760D67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PYTHON+MYSQL BASED ERP APPLICATION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2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340B-1BD1-848B-9FF5-0C2F472E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17E1-9E4F-6EC3-B92E-D5DCCC331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D47A1"/>
                </a:solidFill>
              </a:defRPr>
            </a:pPr>
            <a:r>
              <a:rPr lang="en-US" dirty="0"/>
              <a:t>The Student Management System is a GUI-based ERP-style application built using Python  </a:t>
            </a:r>
            <a:r>
              <a:rPr lang="en-US" dirty="0" err="1"/>
              <a:t>Tkinter</a:t>
            </a:r>
            <a:r>
              <a:rPr lang="en-US" dirty="0"/>
              <a:t> and MySQL. 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US" dirty="0"/>
              <a:t>It handles  Add,  View,  Update,  Delete,  Auto-Fill,  Search,  and Excel   Export.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US" dirty="0"/>
              <a:t>It replaces manual record-keeping with a fast, secure, digital alternative.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50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D90B-20CC-DFAF-37C1-34FB39B6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C175-255B-160A-55CC-4020FD39F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Manual record-keeping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No centralized database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Data inconsistency and duplication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Time-consuming data retrieval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High human error rate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No validation for phone or email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97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875E-1CD5-4813-6DB3-C589997D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739E-F080-C799-70E9-36036345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Difficult to maintain large student records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No backup and security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No fast search or reporting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High error possibility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No auto-fill or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07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A062-22FC-0242-122C-CDFB4E91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FA2A-C41A-6DCB-F4B7-166940DDF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Full-screen ERP style GUI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Python </a:t>
            </a:r>
            <a:r>
              <a:rPr lang="en-IN" dirty="0" err="1"/>
              <a:t>Tkinter</a:t>
            </a:r>
            <a:r>
              <a:rPr lang="en-IN" dirty="0"/>
              <a:t> + MySQL database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CRUD operations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Auto-fill using student ID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Search functionality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Excel export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Email and Phone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60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EA5E-BA1B-FD2F-C731-D36A383C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26E1-0A36-7CD6-C0E1-B9DB2A0C2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Fast and accurate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User-friendly interface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Secure centralized data storage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Reduces workload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Professional dashboard interface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Automated features improve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65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E5F5-7BD2-DDDD-36E8-7E8C3069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B903A-68EC-43B0-47FA-E46EF06BC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1. Admin Module: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Add, Update, Delete Students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Delete All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Export to Excel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endParaRPr lang="en-IN" dirty="0"/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2. User Module: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View Students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Search Students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endParaRPr lang="en-IN" dirty="0"/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3. Database Module: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SQL CRUD Operations</a:t>
            </a:r>
          </a:p>
          <a:p>
            <a:pPr>
              <a:defRPr sz="2000">
                <a:solidFill>
                  <a:srgbClr val="0D47A1"/>
                </a:solidFill>
              </a:defRPr>
            </a:pPr>
            <a:r>
              <a:rPr lang="en-IN" dirty="0"/>
              <a:t>   • Secure Data Storage</a:t>
            </a:r>
          </a:p>
        </p:txBody>
      </p:sp>
    </p:spTree>
    <p:extLst>
      <p:ext uri="{BB962C8B-B14F-4D97-AF65-F5344CB8AC3E}">
        <p14:creationId xmlns:p14="http://schemas.microsoft.com/office/powerpoint/2010/main" val="372438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EC87-703B-8FB9-4081-7DDC8FAE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7E94A-D4A5-9798-0AA8-E7B04AD36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Python 3.x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</a:t>
            </a:r>
            <a:r>
              <a:rPr lang="en-IN" dirty="0" err="1"/>
              <a:t>Tkinter</a:t>
            </a:r>
            <a:endParaRPr lang="en-IN" dirty="0"/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MySQL Server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</a:t>
            </a:r>
            <a:r>
              <a:rPr lang="en-IN" dirty="0" err="1"/>
              <a:t>mysql</a:t>
            </a:r>
            <a:r>
              <a:rPr lang="en-IN" dirty="0"/>
              <a:t>-connector-python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</a:t>
            </a:r>
            <a:r>
              <a:rPr lang="en-IN" dirty="0" err="1"/>
              <a:t>openpyxl</a:t>
            </a:r>
            <a:endParaRPr lang="en-IN" dirty="0"/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Windows 10/11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IN" dirty="0"/>
              <a:t>• VS Code / PyCharm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28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806F-697A-3C65-85A4-1D04CED5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D849-7280-C843-A01A-8C21F24D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Minimum 4 GB RAM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Dual-core processor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500 MB free space</a:t>
            </a:r>
          </a:p>
          <a:p>
            <a:pPr marL="0" indent="0">
              <a:buNone/>
              <a:defRPr sz="2000">
                <a:solidFill>
                  <a:srgbClr val="0D47A1"/>
                </a:solidFill>
              </a:defRPr>
            </a:pPr>
            <a:r>
              <a:rPr lang="en-US" dirty="0"/>
              <a:t>• Stable power supply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556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9F56-A14F-769B-F932-736DB73D06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972188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20</TotalTime>
  <Words>274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STUDENT MANAGEMENT SYSTEM</vt:lpstr>
      <vt:lpstr>Abstract</vt:lpstr>
      <vt:lpstr>EXISTING SYSTEM</vt:lpstr>
      <vt:lpstr>DISADVANTAGES OF EXISTING SYSTEM</vt:lpstr>
      <vt:lpstr>PROPOSED SYSTEM</vt:lpstr>
      <vt:lpstr>ADVANTAGES OF PROPOSED SYSTEM</vt:lpstr>
      <vt:lpstr>MODULES</vt:lpstr>
      <vt:lpstr>SOFTWARE REQUIREMENTS</vt:lpstr>
      <vt:lpstr>HARDWARE REQUIREMENTS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Hyma Krishnaveni</dc:creator>
  <cp:lastModifiedBy>Hyma Krishnaveni</cp:lastModifiedBy>
  <cp:revision>1</cp:revision>
  <dcterms:created xsi:type="dcterms:W3CDTF">2026-01-31T07:44:59Z</dcterms:created>
  <dcterms:modified xsi:type="dcterms:W3CDTF">2026-01-31T08:05:40Z</dcterms:modified>
</cp:coreProperties>
</file>